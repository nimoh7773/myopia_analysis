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Bobby Jones" charset="1" panose="00000000000000000000"/>
      <p:regular r:id="rId12"/>
    </p:embeddedFont>
    <p:embeddedFont>
      <p:font typeface="Sniglet" charset="1" panose="04070505030100020000"/>
      <p:regular r:id="rId13"/>
    </p:embeddedFont>
    <p:embeddedFont>
      <p:font typeface="Canva Sans Bold" charset="1" panose="020B0803030501040103"/>
      <p:regular r:id="rId14"/>
    </p:embeddedFont>
    <p:embeddedFont>
      <p:font typeface="Canva Sans" charset="1" panose="020B05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C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1943159"/>
            <a:ext cx="9875520" cy="8229600"/>
          </a:xfrm>
          <a:custGeom>
            <a:avLst/>
            <a:gdLst/>
            <a:ahLst/>
            <a:cxnLst/>
            <a:rect r="r" b="b" t="t" l="l"/>
            <a:pathLst>
              <a:path h="8229600" w="9875520">
                <a:moveTo>
                  <a:pt x="0" y="0"/>
                </a:moveTo>
                <a:lnTo>
                  <a:pt x="9875520" y="0"/>
                </a:lnTo>
                <a:lnTo>
                  <a:pt x="987552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984571" y="394974"/>
            <a:ext cx="11347453" cy="1585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sz="9200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myopia data analysis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EC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5733" y="428479"/>
            <a:ext cx="17256534" cy="9430041"/>
            <a:chOff x="0" y="0"/>
            <a:chExt cx="4544931" cy="24836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544931" cy="2483632"/>
            </a:xfrm>
            <a:custGeom>
              <a:avLst/>
              <a:gdLst/>
              <a:ahLst/>
              <a:cxnLst/>
              <a:rect r="r" b="b" t="t" l="l"/>
              <a:pathLst>
                <a:path h="2483632" w="4544931">
                  <a:moveTo>
                    <a:pt x="0" y="0"/>
                  </a:moveTo>
                  <a:lnTo>
                    <a:pt x="4544931" y="0"/>
                  </a:lnTo>
                  <a:lnTo>
                    <a:pt x="4544931" y="2483632"/>
                  </a:lnTo>
                  <a:lnTo>
                    <a:pt x="0" y="2483632"/>
                  </a:lnTo>
                  <a:close/>
                </a:path>
              </a:pathLst>
            </a:custGeom>
            <a:solidFill>
              <a:srgbClr val="FFF4D3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544931" cy="25217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845143" y="2710856"/>
            <a:ext cx="16673077" cy="1574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71"/>
              </a:lnSpc>
            </a:pPr>
            <a:r>
              <a:rPr lang="en-US" sz="455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understand causes of myopia and their prevalence by age group </a:t>
            </a:r>
          </a:p>
          <a:p>
            <a:pPr algn="l" marL="0" indent="0" lvl="0">
              <a:lnSpc>
                <a:spcPts val="6371"/>
              </a:lnSpc>
              <a:spcBef>
                <a:spcPct val="0"/>
              </a:spcBef>
            </a:pPr>
            <a:r>
              <a:rPr lang="en-US" sz="4551">
                <a:solidFill>
                  <a:srgbClr val="000000"/>
                </a:solidFill>
                <a:latin typeface="Sniglet"/>
                <a:ea typeface="Sniglet"/>
                <a:cs typeface="Sniglet"/>
                <a:sym typeface="Sniglet"/>
              </a:rPr>
              <a:t>and risk level.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39215"/>
            <a:ext cx="10200566" cy="1585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sz="9200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objective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C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623944"/>
            <a:ext cx="18288000" cy="11910944"/>
            <a:chOff x="0" y="0"/>
            <a:chExt cx="4816593" cy="31370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3137039"/>
            </a:xfrm>
            <a:custGeom>
              <a:avLst/>
              <a:gdLst/>
              <a:ahLst/>
              <a:cxnLst/>
              <a:rect r="r" b="b" t="t" l="l"/>
              <a:pathLst>
                <a:path h="3137039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3137039"/>
                  </a:lnTo>
                  <a:lnTo>
                    <a:pt x="0" y="3137039"/>
                  </a:lnTo>
                  <a:close/>
                </a:path>
              </a:pathLst>
            </a:custGeom>
            <a:solidFill>
              <a:srgbClr val="FEC9E4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1751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621812" y="2451802"/>
            <a:ext cx="17044375" cy="7406719"/>
          </a:xfrm>
          <a:custGeom>
            <a:avLst/>
            <a:gdLst/>
            <a:ahLst/>
            <a:cxnLst/>
            <a:rect r="r" b="b" t="t" l="l"/>
            <a:pathLst>
              <a:path h="7406719" w="17044375">
                <a:moveTo>
                  <a:pt x="0" y="0"/>
                </a:moveTo>
                <a:lnTo>
                  <a:pt x="17044376" y="0"/>
                </a:lnTo>
                <a:lnTo>
                  <a:pt x="17044376" y="7406719"/>
                </a:lnTo>
                <a:lnTo>
                  <a:pt x="0" y="74067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495" t="-5775" r="-4531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281360" y="611886"/>
            <a:ext cx="10200566" cy="1585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sz="9200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DATASET OVERVIEW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C9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11987" y="0"/>
            <a:ext cx="17772267" cy="10812621"/>
            <a:chOff x="0" y="0"/>
            <a:chExt cx="4680762" cy="284776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680762" cy="2847768"/>
            </a:xfrm>
            <a:custGeom>
              <a:avLst/>
              <a:gdLst/>
              <a:ahLst/>
              <a:cxnLst/>
              <a:rect r="r" b="b" t="t" l="l"/>
              <a:pathLst>
                <a:path h="2847768" w="4680762">
                  <a:moveTo>
                    <a:pt x="0" y="0"/>
                  </a:moveTo>
                  <a:lnTo>
                    <a:pt x="4680762" y="0"/>
                  </a:lnTo>
                  <a:lnTo>
                    <a:pt x="4680762" y="2847768"/>
                  </a:lnTo>
                  <a:lnTo>
                    <a:pt x="0" y="2847768"/>
                  </a:lnTo>
                  <a:close/>
                </a:path>
              </a:pathLst>
            </a:custGeom>
            <a:solidFill>
              <a:srgbClr val="FEC9E4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680762" cy="28858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775989" y="3175138"/>
            <a:ext cx="520277" cy="607543"/>
          </a:xfrm>
          <a:custGeom>
            <a:avLst/>
            <a:gdLst/>
            <a:ahLst/>
            <a:cxnLst/>
            <a:rect r="r" b="b" t="t" l="l"/>
            <a:pathLst>
              <a:path h="607543" w="520277">
                <a:moveTo>
                  <a:pt x="0" y="0"/>
                </a:moveTo>
                <a:lnTo>
                  <a:pt x="520277" y="0"/>
                </a:lnTo>
                <a:lnTo>
                  <a:pt x="520277" y="607543"/>
                </a:lnTo>
                <a:lnTo>
                  <a:pt x="0" y="607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775989" y="5472113"/>
            <a:ext cx="520277" cy="607543"/>
          </a:xfrm>
          <a:custGeom>
            <a:avLst/>
            <a:gdLst/>
            <a:ahLst/>
            <a:cxnLst/>
            <a:rect r="r" b="b" t="t" l="l"/>
            <a:pathLst>
              <a:path h="607543" w="520277">
                <a:moveTo>
                  <a:pt x="0" y="0"/>
                </a:moveTo>
                <a:lnTo>
                  <a:pt x="520277" y="0"/>
                </a:lnTo>
                <a:lnTo>
                  <a:pt x="520277" y="607543"/>
                </a:lnTo>
                <a:lnTo>
                  <a:pt x="0" y="607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963774" y="7862352"/>
            <a:ext cx="520277" cy="607543"/>
          </a:xfrm>
          <a:custGeom>
            <a:avLst/>
            <a:gdLst/>
            <a:ahLst/>
            <a:cxnLst/>
            <a:rect r="r" b="b" t="t" l="l"/>
            <a:pathLst>
              <a:path h="607543" w="520277">
                <a:moveTo>
                  <a:pt x="0" y="0"/>
                </a:moveTo>
                <a:lnTo>
                  <a:pt x="520277" y="0"/>
                </a:lnTo>
                <a:lnTo>
                  <a:pt x="520277" y="607543"/>
                </a:lnTo>
                <a:lnTo>
                  <a:pt x="0" y="6075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59758" y="543256"/>
            <a:ext cx="13875307" cy="1460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80"/>
              </a:lnSpc>
            </a:pPr>
            <a:r>
              <a:rPr lang="en-US" sz="862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Key findings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484051" y="3006802"/>
            <a:ext cx="6670855" cy="622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51"/>
              </a:lnSpc>
            </a:pPr>
            <a:r>
              <a:rPr lang="en-US" sz="367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Genetics:  #1 cause of myopia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296266" y="5442263"/>
            <a:ext cx="11228140" cy="6373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99"/>
              </a:lnSpc>
            </a:pPr>
            <a:r>
              <a:rPr lang="en-US" sz="371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Teens /children: Screen time ,low outdoor activity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672728" y="7842591"/>
            <a:ext cx="499392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Infants: Premature birth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D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481659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3"/>
            </a:xfrm>
            <a:custGeom>
              <a:avLst/>
              <a:gdLst/>
              <a:ahLst/>
              <a:cxnLst/>
              <a:rect r="r" b="b" t="t" l="l"/>
              <a:pathLst>
                <a:path h="27093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FFFFE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48713" y="2686735"/>
            <a:ext cx="10995696" cy="7340458"/>
          </a:xfrm>
          <a:custGeom>
            <a:avLst/>
            <a:gdLst/>
            <a:ahLst/>
            <a:cxnLst/>
            <a:rect r="r" b="b" t="t" l="l"/>
            <a:pathLst>
              <a:path h="7340458" w="10995696">
                <a:moveTo>
                  <a:pt x="0" y="0"/>
                </a:moveTo>
                <a:lnTo>
                  <a:pt x="10995695" y="0"/>
                </a:lnTo>
                <a:lnTo>
                  <a:pt x="10995695" y="7340458"/>
                </a:lnTo>
                <a:lnTo>
                  <a:pt x="0" y="73404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6493" t="-22867" r="0" b="-904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1101140"/>
            <a:ext cx="14305413" cy="15855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880"/>
              </a:lnSpc>
              <a:spcBef>
                <a:spcPct val="0"/>
              </a:spcBef>
            </a:pPr>
            <a:r>
              <a:rPr lang="en-US" sz="9200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Risk level distribution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8D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805890" y="-367393"/>
            <a:ext cx="19249011" cy="11535501"/>
            <a:chOff x="0" y="0"/>
            <a:chExt cx="5069698" cy="30381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69698" cy="3038157"/>
            </a:xfrm>
            <a:custGeom>
              <a:avLst/>
              <a:gdLst/>
              <a:ahLst/>
              <a:cxnLst/>
              <a:rect r="r" b="b" t="t" l="l"/>
              <a:pathLst>
                <a:path h="3038157" w="5069698">
                  <a:moveTo>
                    <a:pt x="0" y="0"/>
                  </a:moveTo>
                  <a:lnTo>
                    <a:pt x="5069698" y="0"/>
                  </a:lnTo>
                  <a:lnTo>
                    <a:pt x="5069698" y="3038157"/>
                  </a:lnTo>
                  <a:lnTo>
                    <a:pt x="0" y="3038157"/>
                  </a:lnTo>
                  <a:close/>
                </a:path>
              </a:pathLst>
            </a:custGeom>
            <a:solidFill>
              <a:srgbClr val="FEC9E4"/>
            </a:solidFill>
            <a:ln w="762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69698" cy="307625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</a:pPr>
            </a:p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4891841" y="2426381"/>
            <a:ext cx="942227" cy="1177784"/>
          </a:xfrm>
          <a:custGeom>
            <a:avLst/>
            <a:gdLst/>
            <a:ahLst/>
            <a:cxnLst/>
            <a:rect r="r" b="b" t="t" l="l"/>
            <a:pathLst>
              <a:path h="1177784" w="942227">
                <a:moveTo>
                  <a:pt x="0" y="0"/>
                </a:moveTo>
                <a:lnTo>
                  <a:pt x="942227" y="0"/>
                </a:lnTo>
                <a:lnTo>
                  <a:pt x="942227" y="1177784"/>
                </a:lnTo>
                <a:lnTo>
                  <a:pt x="0" y="11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659249" y="431135"/>
            <a:ext cx="11023132" cy="14135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80"/>
              </a:lnSpc>
              <a:spcBef>
                <a:spcPct val="0"/>
              </a:spcBef>
            </a:pPr>
            <a:r>
              <a:rPr lang="en-US" sz="8128">
                <a:solidFill>
                  <a:srgbClr val="000000"/>
                </a:solidFill>
                <a:latin typeface="Bobby Jones"/>
                <a:ea typeface="Bobby Jones"/>
                <a:cs typeface="Bobby Jones"/>
                <a:sym typeface="Bobby Jones"/>
              </a:rPr>
              <a:t>recommendations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11396" y="2691740"/>
            <a:ext cx="464834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promote outdoor time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111396" y="4819967"/>
            <a:ext cx="4875312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Screen high-risk infants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608802" y="7294492"/>
            <a:ext cx="4278561" cy="166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7"/>
              </a:lnSpc>
            </a:pPr>
            <a:r>
              <a:rPr lang="en-US" sz="318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Integrate family history   into checkups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4891841" y="4554608"/>
            <a:ext cx="942227" cy="1177784"/>
          </a:xfrm>
          <a:custGeom>
            <a:avLst/>
            <a:gdLst/>
            <a:ahLst/>
            <a:cxnLst/>
            <a:rect r="r" b="b" t="t" l="l"/>
            <a:pathLst>
              <a:path h="1177784" w="942227">
                <a:moveTo>
                  <a:pt x="0" y="0"/>
                </a:moveTo>
                <a:lnTo>
                  <a:pt x="942227" y="0"/>
                </a:lnTo>
                <a:lnTo>
                  <a:pt x="942227" y="1177784"/>
                </a:lnTo>
                <a:lnTo>
                  <a:pt x="0" y="11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891841" y="7115703"/>
            <a:ext cx="942227" cy="1177784"/>
          </a:xfrm>
          <a:custGeom>
            <a:avLst/>
            <a:gdLst/>
            <a:ahLst/>
            <a:cxnLst/>
            <a:rect r="r" b="b" t="t" l="l"/>
            <a:pathLst>
              <a:path h="1177784" w="942227">
                <a:moveTo>
                  <a:pt x="0" y="0"/>
                </a:moveTo>
                <a:lnTo>
                  <a:pt x="942227" y="0"/>
                </a:lnTo>
                <a:lnTo>
                  <a:pt x="942227" y="1177785"/>
                </a:lnTo>
                <a:lnTo>
                  <a:pt x="0" y="117778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DAGmYJr-qs0</dc:identifier>
  <dcterms:modified xsi:type="dcterms:W3CDTF">2011-08-01T06:04:30Z</dcterms:modified>
  <cp:revision>1</cp:revision>
  <dc:title>Sampling Techniques Mathematics Presentation in Purple, Pink, Blue and Yellow Bold Illustration Style</dc:title>
</cp:coreProperties>
</file>